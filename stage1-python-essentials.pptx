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217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121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TDI-803 · ETHICAL HACKING WEB TRACK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1: Python Essentials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subset of Python that repeatedly appears in web development — foundations for the full-stack Ethical Hacking course project.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074920"/>
            <a:ext cx="2743200" cy="0"/>
          </a:xfrm>
          <a:prstGeom prst="line">
            <a:avLst/>
          </a:prstGeom>
          <a:noFill/>
          <a:ln w="31750">
            <a:solidFill>
              <a:srgbClr val="00D9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for Ethical Hacking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Python Essentials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Roadmap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stages, each one unlocked by a real need in the growing app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0020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Essentials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45864" y="1709928"/>
            <a:ext cx="384048" cy="384048"/>
          </a:xfrm>
          <a:prstGeom prst="ellipse">
            <a:avLst/>
          </a:prstGeom>
          <a:solidFill>
            <a:srgbClr val="232A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45864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748784" y="160020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Fundamentals + HTML + CSS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43088" y="1709928"/>
            <a:ext cx="384048" cy="384048"/>
          </a:xfrm>
          <a:prstGeom prst="ellipse">
            <a:avLst/>
          </a:prstGeom>
          <a:solidFill>
            <a:srgbClr val="232A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43088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446008" y="160020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Forms + HTTP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670048"/>
            <a:ext cx="384048" cy="384048"/>
          </a:xfrm>
          <a:prstGeom prst="ellipse">
            <a:avLst/>
          </a:prstGeom>
          <a:solidFill>
            <a:srgbClr val="232A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56032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SQL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45864" y="2670048"/>
            <a:ext cx="384048" cy="384048"/>
          </a:xfrm>
          <a:prstGeom prst="ellipse">
            <a:avLst/>
          </a:prstGeom>
          <a:solidFill>
            <a:srgbClr val="232A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245864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748784" y="256032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MySQL + SQLAlchemy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43088" y="2670048"/>
            <a:ext cx="384048" cy="384048"/>
          </a:xfrm>
          <a:prstGeom prst="ellipse">
            <a:avLst/>
          </a:prstGeom>
          <a:solidFill>
            <a:srgbClr val="232A4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943088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446008" y="256032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with Flask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630168"/>
            <a:ext cx="384048" cy="384048"/>
          </a:xfrm>
          <a:prstGeom prst="ellipse">
            <a:avLst/>
          </a:prstGeom>
          <a:solidFill>
            <a:srgbClr val="232A4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352044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+ Security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45864" y="3630168"/>
            <a:ext cx="384048" cy="384048"/>
          </a:xfrm>
          <a:prstGeom prst="ellipse">
            <a:avLst/>
          </a:prstGeom>
          <a:solidFill>
            <a:srgbClr val="232A4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245864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748784" y="352044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Essentials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943088" y="3630168"/>
            <a:ext cx="384048" cy="384048"/>
          </a:xfrm>
          <a:prstGeom prst="ellipse">
            <a:avLst/>
          </a:prstGeom>
          <a:solidFill>
            <a:srgbClr val="232A4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943088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446008" y="352044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+ Flask APIs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590288"/>
            <a:ext cx="384048" cy="384048"/>
          </a:xfrm>
          <a:prstGeom prst="ellipse">
            <a:avLst/>
          </a:prstGeom>
          <a:solidFill>
            <a:srgbClr val="232A4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48640" y="4590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051560" y="448056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Fundamentals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245864" y="4590288"/>
            <a:ext cx="384048" cy="384048"/>
          </a:xfrm>
          <a:prstGeom prst="ellipse">
            <a:avLst/>
          </a:prstGeom>
          <a:solidFill>
            <a:srgbClr val="232A4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245864" y="4590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748784" y="448056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943088" y="4590288"/>
            <a:ext cx="384048" cy="384048"/>
          </a:xfrm>
          <a:prstGeom prst="ellipse">
            <a:avLst/>
          </a:prstGeom>
          <a:solidFill>
            <a:srgbClr val="232A4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943088" y="4590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446008" y="448056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Fundamentals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" y="5550408"/>
            <a:ext cx="384048" cy="384048"/>
          </a:xfrm>
          <a:prstGeom prst="ellipse">
            <a:avLst/>
          </a:prstGeom>
          <a:solidFill>
            <a:srgbClr val="232A4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544068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Backend API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245864" y="5550408"/>
            <a:ext cx="384048" cy="384048"/>
          </a:xfrm>
          <a:prstGeom prst="ellipse">
            <a:avLst/>
          </a:prstGeom>
          <a:solidFill>
            <a:srgbClr val="232A44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245864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4748784" y="544068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Project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7943088" y="5550408"/>
            <a:ext cx="384048" cy="384048"/>
          </a:xfrm>
          <a:prstGeom prst="ellipse">
            <a:avLst/>
          </a:prstGeom>
          <a:solidFill>
            <a:srgbClr val="232A4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943088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8446008" y="5440680"/>
            <a:ext cx="3057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Security / Ethical Hacking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for Ethical Hacking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sessions, one goal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320040" cy="320040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73352"/>
            <a:ext cx="10085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Foundations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984248"/>
            <a:ext cx="10085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conditions, loops, lists, dictionaries — read and write basic programs.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96312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24912"/>
            <a:ext cx="320040" cy="320040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724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569464"/>
            <a:ext cx="10085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Modules &amp; Errors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10085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code, imports, and graceful failure handling.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92424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621024"/>
            <a:ext cx="320040" cy="320040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6210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465576"/>
            <a:ext cx="10085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OOP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776472"/>
            <a:ext cx="10085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enough object orientation to recognize a database Model later.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88536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517136"/>
            <a:ext cx="320040" cy="320040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517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361688"/>
            <a:ext cx="10085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Comprehensions &amp; JSON Thinking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672584"/>
            <a:ext cx="10085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and shaping collections — the exact shape REST APIs return.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184648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413248"/>
            <a:ext cx="320040" cy="320040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4132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257800"/>
            <a:ext cx="10085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Decorators &amp; Virtual Environments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568696"/>
            <a:ext cx="10085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@app.route work, and how to isolate project dependencies.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for Ethical Hacking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Overview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1005840" cy="1005840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868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Foundations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783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1–3 · No web framework yet — pure Python fluency first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28016" cy="128016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52374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and data types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18688"/>
            <a:ext cx="128016" cy="128016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09067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logic (if / elif / else)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128016" cy="128016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6576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(for, while, range)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352544"/>
            <a:ext cx="128016" cy="128016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22452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dictionaries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919472"/>
            <a:ext cx="128016" cy="128016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79145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exercise: grade checker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for Ethical Hacking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Session 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BLOCK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Variables, conditions, loops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every Python program starts with.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4617720"/>
          </a:xfrm>
          <a:prstGeom prst="roundRect">
            <a:avLst>
              <a:gd name="adj" fmla="val 1584"/>
            </a:avLst>
          </a:prstGeom>
          <a:solidFill>
            <a:srgbClr val="0B0F1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38528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93852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1938528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194560"/>
            <a:ext cx="104515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Variables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"Ana"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20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= True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Conditions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age &gt;= 18: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print("Adult")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Loops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range(5):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for Ethical Hacking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BLOCK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 and dictionaries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structures you will use constantly — and that map directly onto web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4617720"/>
          </a:xfrm>
          <a:prstGeom prst="roundRect">
            <a:avLst>
              <a:gd name="adj" fmla="val 1584"/>
            </a:avLst>
          </a:prstGeom>
          <a:solidFill>
            <a:srgbClr val="0B0F1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38528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93852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1938528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194560"/>
            <a:ext cx="104515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Lists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= ["Ana", "Luis", "Carlos"]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Dictionaries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= {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"Ana",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"role": "student"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print(user["name"])   # "Ana"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print(user["role"])   # "student"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for Ethical Hacking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BLOCK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exercise: grade checker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loops, conditions, and dictionaries in one small program.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4617720"/>
          </a:xfrm>
          <a:prstGeom prst="roundRect">
            <a:avLst>
              <a:gd name="adj" fmla="val 1584"/>
            </a:avLst>
          </a:prstGeom>
          <a:solidFill>
            <a:srgbClr val="0B0F1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38528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93852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1938528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194560"/>
            <a:ext cx="104515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= [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{"name": "Ana", "grade": 9},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{"name": "Luis", "grade": 6},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{"name": "Carlos", "grade": 8},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student in students: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student["grade"] &gt;= 7: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print(student["name"], "PASS")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print(student["name"], "FAIL")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for Ethical Hacking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BRIDGE TO WEB DEV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dictionary is about to become an API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shape you just practiced is the shape a REST API returns.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4617720"/>
          </a:xfrm>
          <a:prstGeom prst="roundRect">
            <a:avLst>
              <a:gd name="adj" fmla="val 1584"/>
            </a:avLst>
          </a:prstGeom>
          <a:solidFill>
            <a:srgbClr val="0B0F1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38528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93852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1938528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194560"/>
            <a:ext cx="104515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dictionary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= {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"id": 1,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"Ana",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"email": "ana@example.com"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Later: the same structure as JSON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"id": 1,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"name": "Ana",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"email": "ana@example.com"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}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for Ethical Hacking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Session 1 — connects to Stage 6 (REST APIs)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exercises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8581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1217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19072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or odd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76272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from 1 to 20 and print whether each number is even or odd, using range() and the modulo operator %.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54496" y="1554480"/>
            <a:ext cx="538581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55664" y="1755648"/>
            <a:ext cx="365760" cy="365760"/>
          </a:xfrm>
          <a:prstGeom prst="ellipse">
            <a:avLst/>
          </a:prstGeom>
          <a:solidFill>
            <a:srgbClr val="1217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55664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86016" y="1719072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 total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83096" y="2176272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list of dicts with 'item' and 'price'. Loop through it and print the running total.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38581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401568"/>
            <a:ext cx="365760" cy="365760"/>
          </a:xfrm>
          <a:prstGeom prst="ellipse">
            <a:avLst/>
          </a:prstGeom>
          <a:solidFill>
            <a:srgbClr val="1217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364992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length check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822192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password with input(). Print 'OK' if it has 8+ characters, otherwise 'Too short'.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54496" y="3200400"/>
            <a:ext cx="538581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55664" y="3401568"/>
            <a:ext cx="365760" cy="365760"/>
          </a:xfrm>
          <a:prstGeom prst="ellipse">
            <a:avLst/>
          </a:prstGeom>
          <a:solidFill>
            <a:srgbClr val="1217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55664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86016" y="3364992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filter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483096" y="3822192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list of dicts with 'name' and 'present' (True/False), print only the names of absent students.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538581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5047488"/>
            <a:ext cx="365760" cy="365760"/>
          </a:xfrm>
          <a:prstGeom prst="ellipse">
            <a:avLst/>
          </a:prstGeom>
          <a:solidFill>
            <a:srgbClr val="12172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5047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5010912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table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5468112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user for a number and print its multiplication table from 1 to 10 using a for loop.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54496" y="4846320"/>
            <a:ext cx="538581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55664" y="5047488"/>
            <a:ext cx="365760" cy="365760"/>
          </a:xfrm>
          <a:prstGeom prst="ellipse">
            <a:avLst/>
          </a:prstGeom>
          <a:solidFill>
            <a:srgbClr val="12172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55664" y="5047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986016" y="5010912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roles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483096" y="5468112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list of user dicts, build a list of the distinct 'role' values without using set() — just a for loop and an if check.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for Ethical Hacking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Homework / lab time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1005840" cy="1005840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868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Functions, Modules &amp; Errors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783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1–3 · Reusable, resilient code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28016" cy="128016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52374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and calling functions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18688"/>
            <a:ext cx="128016" cy="128016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09067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inside functions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128016" cy="128016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6576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exceptions with try/except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352544"/>
            <a:ext cx="128016" cy="128016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22452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code into modules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919472"/>
            <a:ext cx="128016" cy="128016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79145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Bridge: this is how Flask imports work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for Ethical Hacking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Session 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BLOCK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packages logic you'll reuse — exactly like a Flask route handler.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4617720"/>
          </a:xfrm>
          <a:prstGeom prst="roundRect">
            <a:avLst>
              <a:gd name="adj" fmla="val 1584"/>
            </a:avLst>
          </a:prstGeom>
          <a:solidFill>
            <a:srgbClr val="0B0F1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38528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93852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1938528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194560"/>
            <a:ext cx="104515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greet(name):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f"Hello {name}"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print(greet("Ana"))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Hello Ana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Functions with validation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divide(a, b):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 == 0: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"Division by zero is not allowed"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/ b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for Ethical Hacking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BLOCK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fail. Good code fails on purpose, with a clear message.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4617720"/>
          </a:xfrm>
          <a:prstGeom prst="roundRect">
            <a:avLst>
              <a:gd name="adj" fmla="val 1584"/>
            </a:avLst>
          </a:prstGeom>
          <a:solidFill>
            <a:srgbClr val="0B0F1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38528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93852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1938528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194560"/>
            <a:ext cx="104515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number = int(input("Enter a number: "))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ValueError: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print("Invalid number")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Multiple exception types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10 / int(input("Divide by: "))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ZeroDivisionError: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print("Cannot divide by zero")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ValueError: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print("That is not a number")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for Ethical Hacking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BLOCK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code into files is what makes app.py, models.py, and routes.py possible later.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4617720"/>
          </a:xfrm>
          <a:prstGeom prst="roundRect">
            <a:avLst>
              <a:gd name="adj" fmla="val 1584"/>
            </a:avLst>
          </a:prstGeom>
          <a:solidFill>
            <a:srgbClr val="0B0F1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38528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93852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1938528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194560"/>
            <a:ext cx="104515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calculator.py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add(a, b):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main.py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calculator import add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print(add(5, 3))   # 8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This is the exact pattern behind: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 flask import Flask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for Ethical Hacking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Session 2 — connects to Stage 2 (Flask Fundamentals)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exercises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8581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1217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19072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converter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76272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celsius_to_fahrenheit(c) and its inverse. Handle non-numeric input with try/except.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54496" y="1554480"/>
            <a:ext cx="538581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55664" y="1755648"/>
            <a:ext cx="365760" cy="365760"/>
          </a:xfrm>
          <a:prstGeom prst="ellipse">
            <a:avLst/>
          </a:prstGeom>
          <a:solidFill>
            <a:srgbClr val="1217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55664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86016" y="1719072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list access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83096" y="2176272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get_item(lst, index) that returns None (instead of crashing) when the index is out of range.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38581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401568"/>
            <a:ext cx="365760" cy="365760"/>
          </a:xfrm>
          <a:prstGeom prst="ellipse">
            <a:avLst/>
          </a:prstGeom>
          <a:solidFill>
            <a:srgbClr val="1217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364992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age input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822192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that keeps asking for age until a valid integer between 0 and 120 is entered.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54496" y="3200400"/>
            <a:ext cx="538581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55664" y="3401568"/>
            <a:ext cx="365760" cy="365760"/>
          </a:xfrm>
          <a:prstGeom prst="ellipse">
            <a:avLst/>
          </a:prstGeom>
          <a:solidFill>
            <a:srgbClr val="1217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55664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86016" y="3364992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utils module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483096" y="3822192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utils.py with is_valid_email(email) (basic '@' check) and import it into a second script.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538581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5047488"/>
            <a:ext cx="365760" cy="365760"/>
          </a:xfrm>
          <a:prstGeom prst="ellipse">
            <a:avLst/>
          </a:prstGeom>
          <a:solidFill>
            <a:srgbClr val="12172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5047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5010912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5468112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class InvalidGradeError(Exception) and raise it inside a function when a grade is outside 0-10.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for Ethical Hacking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Homework / lab time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1005840" cy="1005840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868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 &amp; OOP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783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1–2 · Keep OOP practical, not theoretical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28016" cy="128016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52374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 class with __init__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18688"/>
            <a:ext cx="128016" cy="128016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09067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methods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128016" cy="128016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6576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and using objects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352544"/>
            <a:ext cx="128016" cy="128016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22452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Bridge: this is what a database Model looks like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for Ethical Hacking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Session 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BLOCK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first class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 you create bundles data (attributes) with behavior (methods).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4617720"/>
          </a:xfrm>
          <a:prstGeom prst="roundRect">
            <a:avLst>
              <a:gd name="adj" fmla="val 1584"/>
            </a:avLst>
          </a:prstGeom>
          <a:solidFill>
            <a:srgbClr val="0B0F1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38528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93852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1938528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194560"/>
            <a:ext cx="104515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User: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email):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self.email = email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display(self):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f"{self.name} - {self.email}"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user1 = User("Ana", "ana@example.com")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print(user1.display())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Ana - ana@example.com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for Ethical Hacking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BRIDGE TO WEB DEV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what a database Model looks like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shape, different job: describing a table instead of one object.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4617720"/>
          </a:xfrm>
          <a:prstGeom prst="roundRect">
            <a:avLst>
              <a:gd name="adj" fmla="val 1584"/>
            </a:avLst>
          </a:prstGeom>
          <a:solidFill>
            <a:srgbClr val="0B0F1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38528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93852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1938528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194560"/>
            <a:ext cx="104515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What you just wrote: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User: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email):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self.email = email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What it becomes later (Stage 5):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User(db.Model):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= db.Column(db.Integer, primary_key=True)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db.Column(db.String(100))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= db.Column(db.String(150))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for Ethical Hacking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Session 3 — connects to Stage 5 (Flask + MySQL + SQLAlchemy)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exercises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8581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1217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19072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BankAccount class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76272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class with balance, deposit(amount), and withdraw(amount) that refuses to go negative.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54496" y="1554480"/>
            <a:ext cx="538581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55664" y="1755648"/>
            <a:ext cx="365760" cy="365760"/>
          </a:xfrm>
          <a:prstGeom prst="ellipse">
            <a:avLst/>
          </a:prstGeom>
          <a:solidFill>
            <a:srgbClr val="1217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55664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86016" y="1719072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class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83096" y="2176272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Vulnerability with title, owasp_category, and severity, plus a summary() method.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38581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401568"/>
            <a:ext cx="365760" cy="365760"/>
          </a:xfrm>
          <a:prstGeom prst="ellipse">
            <a:avLst/>
          </a:prstGeom>
          <a:solidFill>
            <a:srgbClr val="1217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364992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inheritance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822192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Admin(User) that adds a role='admin' attribute and overrides display() to show the role too.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54496" y="3200400"/>
            <a:ext cx="538581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55664" y="3401568"/>
            <a:ext cx="365760" cy="365760"/>
          </a:xfrm>
          <a:prstGeom prst="ellipse">
            <a:avLst/>
          </a:prstGeom>
          <a:solidFill>
            <a:srgbClr val="1217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55664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86016" y="3364992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objects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483096" y="3822192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3 User objects, put them in a list, and loop through calling display() on each.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538581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5047488"/>
            <a:ext cx="365760" cy="365760"/>
          </a:xfrm>
          <a:prstGeom prst="ellipse">
            <a:avLst/>
          </a:prstGeom>
          <a:solidFill>
            <a:srgbClr val="12172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5047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5010912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instances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5468112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class-level counter that tracks how many User objects have been created so far.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for Ethical Hacking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Homework / lab time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1005840" cy="1005840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868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Comprehensions &amp; JSON Thinking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783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1–2 · The data-shaping skills REST APIs depend 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28016" cy="128016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52374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comprehensions for filtering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18688"/>
            <a:ext cx="128016" cy="128016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09067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one item with next()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128016" cy="128016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6576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in JSON-shaped data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352544"/>
            <a:ext cx="128016" cy="128016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22452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Bridge: this is exactly what a Flask endpoint does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for Ethical Hacking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Session 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BLOCK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 with comprehensions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you'll use in almost every API endpoint.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4617720"/>
          </a:xfrm>
          <a:prstGeom prst="roundRect">
            <a:avLst>
              <a:gd name="adj" fmla="val 1584"/>
            </a:avLst>
          </a:prstGeom>
          <a:solidFill>
            <a:srgbClr val="0B0F1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38528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93852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1938528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194560"/>
            <a:ext cx="104515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 = [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{"id": 1, "name": "Ana", "role": "student"},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{"id": 2, "name": "Carlos", "role": "admin"},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{"id": 3, "name": "Luis", "role": "student"},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Filter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admins = [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user in users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user["role"] == "admin"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for Ethical Hacking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BLOCK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one item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next() with a generator is how you fetch a single record by id.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4617720"/>
          </a:xfrm>
          <a:prstGeom prst="roundRect">
            <a:avLst>
              <a:gd name="adj" fmla="val 1584"/>
            </a:avLst>
          </a:prstGeom>
          <a:solidFill>
            <a:srgbClr val="0B0F1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38528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93852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1938528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194560"/>
            <a:ext cx="104515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= next(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(u for u in users if u["id"] == 2),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None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print(user)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{"id": 2, "name": "Carlos", "role": "admin"}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for Ethical Hacking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BRIDGE TO WEB DEV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directly becomes a Flask route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logic, wrapped in a function that responds to a URL.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4617720"/>
          </a:xfrm>
          <a:prstGeom prst="roundRect">
            <a:avLst>
              <a:gd name="adj" fmla="val 1584"/>
            </a:avLst>
          </a:prstGeom>
          <a:solidFill>
            <a:srgbClr val="0B0F1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38528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93852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1938528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194560"/>
            <a:ext cx="104515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@app.route("/users/&lt;int:user_id&gt;")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get_user(user_id):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 = next(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(u for u in users if u["id"] == user_id),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None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user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for Ethical Hacking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Session 4 — connects to Stage 6 (REST APIs with Flask)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exercises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8581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1217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19072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passed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76272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list of {name, grade} dicts, build a list of names with grade &gt;= 7 using a comprehension.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54496" y="1554480"/>
            <a:ext cx="538581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55664" y="1755648"/>
            <a:ext cx="365760" cy="365760"/>
          </a:xfrm>
          <a:prstGeom prst="ellipse">
            <a:avLst/>
          </a:prstGeom>
          <a:solidFill>
            <a:srgbClr val="1217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55664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86016" y="1719072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only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83096" y="2176272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list of user dicts, build a plain list containing only the email values.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38581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401568"/>
            <a:ext cx="365760" cy="365760"/>
          </a:xfrm>
          <a:prstGeom prst="ellipse">
            <a:avLst/>
          </a:prstGeom>
          <a:solidFill>
            <a:srgbClr val="1217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364992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by email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822192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find_user_by_email(users, email) using next(), returning None if not found.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54496" y="3200400"/>
            <a:ext cx="538581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55664" y="3401568"/>
            <a:ext cx="365760" cy="365760"/>
          </a:xfrm>
          <a:prstGeom prst="ellipse">
            <a:avLst/>
          </a:prstGeom>
          <a:solidFill>
            <a:srgbClr val="1217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55664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86016" y="3364992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by category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483096" y="3822192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list of vulnerability dicts, count how many belong to each owasp_category (dict of counts, no libraries).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538581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5047488"/>
            <a:ext cx="365760" cy="365760"/>
          </a:xfrm>
          <a:prstGeom prst="ellipse">
            <a:avLst/>
          </a:prstGeom>
          <a:solidFill>
            <a:srgbClr val="12172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5047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5010912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severity first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5468112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 list of vulnerability dicts by a numeric 'severity' field, highest first, using sorted().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for Ethical Hacking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· Homework / lab time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1005840" cy="1005840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1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868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Decorators &amp; Virtual Environments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783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1–3 · Closes the Python Essentials stage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28016" cy="128016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52374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decorator from scratch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18688"/>
            <a:ext cx="128016" cy="128016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09067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@app.route uses the same pattern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128016" cy="128016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6576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virtual environment on Ubuntu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352544"/>
            <a:ext cx="128016" cy="128016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22452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and freezing dependencies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for Ethical Hacking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Session 5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· BLOCK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decorator, from scratch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this removes the mystery from every @decorator you'll see.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4617720"/>
          </a:xfrm>
          <a:prstGeom prst="roundRect">
            <a:avLst>
              <a:gd name="adj" fmla="val 1584"/>
            </a:avLst>
          </a:prstGeom>
          <a:solidFill>
            <a:srgbClr val="0B0F1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38528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93852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1938528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194560"/>
            <a:ext cx="104515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logger(function):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wrapper():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print("Function executed")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function()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wrapper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@logger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hello():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print("Hello")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hello()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for Ethical Hacking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· BRIDGE TO WEB DEV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@app.route uses this exact concept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wraps your function the same way logger() just did.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4617720"/>
          </a:xfrm>
          <a:prstGeom prst="roundRect">
            <a:avLst>
              <a:gd name="adj" fmla="val 1584"/>
            </a:avLst>
          </a:prstGeom>
          <a:solidFill>
            <a:srgbClr val="0B0F1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38528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93852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1938528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194560"/>
            <a:ext cx="104515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@app.route("/")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home():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"Hello"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Same concept as: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@logger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hello():</a:t>
            </a:r>
            <a:endParaRPr lang="en-US" sz="1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print("Hello")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for Ethical Hacking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Session 5 — connects to Stage 2 (Flask Fundamentals)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· BLOCK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environments on Ubuntu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virtual environment per project — never install packages globally.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4617720"/>
          </a:xfrm>
          <a:prstGeom prst="roundRect">
            <a:avLst>
              <a:gd name="adj" fmla="val 1584"/>
            </a:avLst>
          </a:prstGeom>
          <a:solidFill>
            <a:srgbClr val="0B0F1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38528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1938528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9304" y="1938528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194560"/>
            <a:ext cx="104515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web-development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web-development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python3 -m venv venv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source venv/bin/activate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install flask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list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freeze &gt; requirements.txt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for Ethical Hacking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·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exercises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8581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1217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19072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decorator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76272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decorator that prints how long a function took to run, using the time module.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54496" y="1554480"/>
            <a:ext cx="538581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55664" y="1755648"/>
            <a:ext cx="365760" cy="365760"/>
          </a:xfrm>
          <a:prstGeom prst="ellipse">
            <a:avLst/>
          </a:prstGeom>
          <a:solidFill>
            <a:srgbClr val="1217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55664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86016" y="1719072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decorator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83096" y="2176272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decorator that runs the wrapped function 3 times in a row.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38581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401568"/>
            <a:ext cx="365760" cy="365760"/>
          </a:xfrm>
          <a:prstGeom prst="ellipse">
            <a:avLst/>
          </a:prstGeom>
          <a:solidFill>
            <a:srgbClr val="1217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364992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Argument-safe wrapper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822192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logger() example so it works with functions that take arguments, using *args, **kwargs.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54496" y="3200400"/>
            <a:ext cx="538581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55664" y="3401568"/>
            <a:ext cx="365760" cy="365760"/>
          </a:xfrm>
          <a:prstGeom prst="ellipse">
            <a:avLst/>
          </a:prstGeom>
          <a:solidFill>
            <a:srgbClr val="1217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55664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86016" y="3364992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isolated projects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483096" y="3822192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two folders, each with its own venv; install a different Flask version in each and confirm with pip list.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5385816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5047488"/>
            <a:ext cx="365760" cy="365760"/>
          </a:xfrm>
          <a:prstGeom prst="ellipse">
            <a:avLst/>
          </a:prstGeom>
          <a:solidFill>
            <a:srgbClr val="12172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5047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5010912"/>
            <a:ext cx="4471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an environment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5468112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requirements.txt file, create a fresh venv and install everything with a single pip command.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for Ethical Hacking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 · Homework / lab time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2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217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&gt;_</a:t>
            </a:r>
            <a:endParaRPr lang="en-US" sz="121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02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 complete — what you should be able to do now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91672" cy="420624"/>
          </a:xfrm>
          <a:prstGeom prst="roundRect">
            <a:avLst>
              <a:gd name="adj" fmla="val 13043"/>
            </a:avLst>
          </a:prstGeom>
          <a:solidFill>
            <a:srgbClr val="1B23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96596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965960"/>
            <a:ext cx="10268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Python programs using variables, conditions, loops, and collections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78024"/>
            <a:ext cx="11091672" cy="420624"/>
          </a:xfrm>
          <a:prstGeom prst="roundRect">
            <a:avLst>
              <a:gd name="adj" fmla="val 13043"/>
            </a:avLst>
          </a:prstGeom>
          <a:solidFill>
            <a:srgbClr val="1B234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47802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478024"/>
            <a:ext cx="10268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functions with validation and handle errors gracefully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90088"/>
            <a:ext cx="11091672" cy="420624"/>
          </a:xfrm>
          <a:prstGeom prst="roundRect">
            <a:avLst>
              <a:gd name="adj" fmla="val 13043"/>
            </a:avLst>
          </a:prstGeom>
          <a:solidFill>
            <a:srgbClr val="1B234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99008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990088"/>
            <a:ext cx="10268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code across modules and import between files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502152"/>
            <a:ext cx="11091672" cy="420624"/>
          </a:xfrm>
          <a:prstGeom prst="roundRect">
            <a:avLst>
              <a:gd name="adj" fmla="val 13043"/>
            </a:avLst>
          </a:prstGeom>
          <a:solidFill>
            <a:srgbClr val="1B234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50215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502152"/>
            <a:ext cx="10268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class and instantiate objects from it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014216"/>
            <a:ext cx="11091672" cy="420624"/>
          </a:xfrm>
          <a:prstGeom prst="roundRect">
            <a:avLst>
              <a:gd name="adj" fmla="val 13043"/>
            </a:avLst>
          </a:prstGeom>
          <a:solidFill>
            <a:srgbClr val="1B234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01421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4014216"/>
            <a:ext cx="10268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and search lists of dictionaries with comprehensions and next()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526280"/>
            <a:ext cx="11091672" cy="420624"/>
          </a:xfrm>
          <a:prstGeom prst="roundRect">
            <a:avLst>
              <a:gd name="adj" fmla="val 13043"/>
            </a:avLst>
          </a:prstGeom>
          <a:solidFill>
            <a:srgbClr val="1B234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52628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4526280"/>
            <a:ext cx="10268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decorator does and why @app.route needs one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038344"/>
            <a:ext cx="11091672" cy="420624"/>
          </a:xfrm>
          <a:prstGeom prst="roundRect">
            <a:avLst>
              <a:gd name="adj" fmla="val 13043"/>
            </a:avLst>
          </a:prstGeom>
          <a:solidFill>
            <a:srgbClr val="1B234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503834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5038344"/>
            <a:ext cx="10268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activate, and freeze a Python virtual environment on Ubuntu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62356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0C1024"/>
          </a:solidFill>
          <a:ln w="9525">
            <a:solidFill>
              <a:srgbClr val="00D9A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5623560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7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Stage 2 — Flask Fundamentals + HTML + CSS. The first real Flask app renders "Hello Flask" in the browser — then templates, forms, and styling enter as the app actually needs them.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Development for Ethical Hacking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98271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Wrap-up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2026-09-15T15:22:20Z</dcterms:created>
  <dcterms:modified xsi:type="dcterms:W3CDTF">2026-09-15T15:22:20Z</dcterms:modified>
</cp:coreProperties>
</file>